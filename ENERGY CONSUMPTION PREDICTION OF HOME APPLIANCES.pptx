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  <p:sldId id="26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5E48109-FA1F-46D9-BFA7-7D10805E79F7}" v="46" dt="2025-06-17T14:47:19.12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82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maya rajeesh" userId="7a40034702306134" providerId="LiveId" clId="{E5E48109-FA1F-46D9-BFA7-7D10805E79F7}"/>
    <pc:docChg chg="custSel addSld delSld modSld">
      <pc:chgData name="amaya rajeesh" userId="7a40034702306134" providerId="LiveId" clId="{E5E48109-FA1F-46D9-BFA7-7D10805E79F7}" dt="2025-06-17T14:47:19.123" v="605"/>
      <pc:docMkLst>
        <pc:docMk/>
      </pc:docMkLst>
      <pc:sldChg chg="modSp mod">
        <pc:chgData name="amaya rajeesh" userId="7a40034702306134" providerId="LiveId" clId="{E5E48109-FA1F-46D9-BFA7-7D10805E79F7}" dt="2025-06-17T08:59:35.166" v="144" actId="113"/>
        <pc:sldMkLst>
          <pc:docMk/>
          <pc:sldMk cId="1814803747" sldId="259"/>
        </pc:sldMkLst>
        <pc:spChg chg="mod">
          <ac:chgData name="amaya rajeesh" userId="7a40034702306134" providerId="LiveId" clId="{E5E48109-FA1F-46D9-BFA7-7D10805E79F7}" dt="2025-06-17T08:59:35.166" v="144" actId="113"/>
          <ac:spMkLst>
            <pc:docMk/>
            <pc:sldMk cId="1814803747" sldId="259"/>
            <ac:spMk id="3" creationId="{79FAEA05-4030-A022-A94D-BE30045AFC06}"/>
          </ac:spMkLst>
        </pc:spChg>
      </pc:sldChg>
      <pc:sldChg chg="modSp mod">
        <pc:chgData name="amaya rajeesh" userId="7a40034702306134" providerId="LiveId" clId="{E5E48109-FA1F-46D9-BFA7-7D10805E79F7}" dt="2025-06-17T08:58:05.960" v="139" actId="20577"/>
        <pc:sldMkLst>
          <pc:docMk/>
          <pc:sldMk cId="3285631348" sldId="260"/>
        </pc:sldMkLst>
        <pc:spChg chg="mod">
          <ac:chgData name="amaya rajeesh" userId="7a40034702306134" providerId="LiveId" clId="{E5E48109-FA1F-46D9-BFA7-7D10805E79F7}" dt="2025-06-17T08:58:05.960" v="139" actId="20577"/>
          <ac:spMkLst>
            <pc:docMk/>
            <pc:sldMk cId="3285631348" sldId="260"/>
            <ac:spMk id="3" creationId="{E1102394-C4D5-DAF2-A7CC-EF39CBA2D228}"/>
          </ac:spMkLst>
        </pc:spChg>
      </pc:sldChg>
      <pc:sldChg chg="modSp new mod">
        <pc:chgData name="amaya rajeesh" userId="7a40034702306134" providerId="LiveId" clId="{E5E48109-FA1F-46D9-BFA7-7D10805E79F7}" dt="2025-06-17T14:16:52.832" v="155" actId="27636"/>
        <pc:sldMkLst>
          <pc:docMk/>
          <pc:sldMk cId="2166772010" sldId="262"/>
        </pc:sldMkLst>
        <pc:spChg chg="mod">
          <ac:chgData name="amaya rajeesh" userId="7a40034702306134" providerId="LiveId" clId="{E5E48109-FA1F-46D9-BFA7-7D10805E79F7}" dt="2025-06-17T08:53:12.181" v="59" actId="2711"/>
          <ac:spMkLst>
            <pc:docMk/>
            <pc:sldMk cId="2166772010" sldId="262"/>
            <ac:spMk id="2" creationId="{05F58337-5789-E060-86CE-964330A3C552}"/>
          </ac:spMkLst>
        </pc:spChg>
        <pc:spChg chg="mod">
          <ac:chgData name="amaya rajeesh" userId="7a40034702306134" providerId="LiveId" clId="{E5E48109-FA1F-46D9-BFA7-7D10805E79F7}" dt="2025-06-17T14:16:52.832" v="155" actId="27636"/>
          <ac:spMkLst>
            <pc:docMk/>
            <pc:sldMk cId="2166772010" sldId="262"/>
            <ac:spMk id="3" creationId="{20FE4AF2-C94F-0A96-19D1-C3F1C59354FE}"/>
          </ac:spMkLst>
        </pc:spChg>
      </pc:sldChg>
      <pc:sldChg chg="addSp delSp modSp new mod">
        <pc:chgData name="amaya rajeesh" userId="7a40034702306134" providerId="LiveId" clId="{E5E48109-FA1F-46D9-BFA7-7D10805E79F7}" dt="2025-06-17T14:21:08.732" v="212" actId="27636"/>
        <pc:sldMkLst>
          <pc:docMk/>
          <pc:sldMk cId="920989595" sldId="263"/>
        </pc:sldMkLst>
        <pc:spChg chg="mod">
          <ac:chgData name="amaya rajeesh" userId="7a40034702306134" providerId="LiveId" clId="{E5E48109-FA1F-46D9-BFA7-7D10805E79F7}" dt="2025-06-17T14:18:45.287" v="194" actId="2711"/>
          <ac:spMkLst>
            <pc:docMk/>
            <pc:sldMk cId="920989595" sldId="263"/>
            <ac:spMk id="2" creationId="{B1649B15-F122-8F8B-798E-4100B4A6ECE2}"/>
          </ac:spMkLst>
        </pc:spChg>
        <pc:spChg chg="add del mod">
          <ac:chgData name="amaya rajeesh" userId="7a40034702306134" providerId="LiveId" clId="{E5E48109-FA1F-46D9-BFA7-7D10805E79F7}" dt="2025-06-17T14:21:08.732" v="212" actId="27636"/>
          <ac:spMkLst>
            <pc:docMk/>
            <pc:sldMk cId="920989595" sldId="263"/>
            <ac:spMk id="3" creationId="{1E18B9B5-B64E-BBF0-2BD4-EF0969DF537E}"/>
          </ac:spMkLst>
        </pc:spChg>
        <pc:spChg chg="add mod">
          <ac:chgData name="amaya rajeesh" userId="7a40034702306134" providerId="LiveId" clId="{E5E48109-FA1F-46D9-BFA7-7D10805E79F7}" dt="2025-06-17T14:19:11.831" v="196"/>
          <ac:spMkLst>
            <pc:docMk/>
            <pc:sldMk cId="920989595" sldId="263"/>
            <ac:spMk id="4" creationId="{5326261A-2DB9-CD21-6451-2B52171F46D7}"/>
          </ac:spMkLst>
        </pc:spChg>
      </pc:sldChg>
      <pc:sldChg chg="modSp new mod">
        <pc:chgData name="amaya rajeesh" userId="7a40034702306134" providerId="LiveId" clId="{E5E48109-FA1F-46D9-BFA7-7D10805E79F7}" dt="2025-06-17T14:28:10.466" v="253" actId="20577"/>
        <pc:sldMkLst>
          <pc:docMk/>
          <pc:sldMk cId="45475024" sldId="264"/>
        </pc:sldMkLst>
        <pc:spChg chg="mod">
          <ac:chgData name="amaya rajeesh" userId="7a40034702306134" providerId="LiveId" clId="{E5E48109-FA1F-46D9-BFA7-7D10805E79F7}" dt="2025-06-17T14:23:12.468" v="244" actId="2711"/>
          <ac:spMkLst>
            <pc:docMk/>
            <pc:sldMk cId="45475024" sldId="264"/>
            <ac:spMk id="2" creationId="{F6F6A8D5-FE93-D845-64D9-CF1895A6C390}"/>
          </ac:spMkLst>
        </pc:spChg>
        <pc:spChg chg="mod">
          <ac:chgData name="amaya rajeesh" userId="7a40034702306134" providerId="LiveId" clId="{E5E48109-FA1F-46D9-BFA7-7D10805E79F7}" dt="2025-06-17T14:28:10.466" v="253" actId="20577"/>
          <ac:spMkLst>
            <pc:docMk/>
            <pc:sldMk cId="45475024" sldId="264"/>
            <ac:spMk id="3" creationId="{69172A94-D783-1C95-B861-8BD741166BDF}"/>
          </ac:spMkLst>
        </pc:spChg>
      </pc:sldChg>
      <pc:sldChg chg="addSp delSp modSp new mod">
        <pc:chgData name="amaya rajeesh" userId="7a40034702306134" providerId="LiveId" clId="{E5E48109-FA1F-46D9-BFA7-7D10805E79F7}" dt="2025-06-17T14:29:44.618" v="264"/>
        <pc:sldMkLst>
          <pc:docMk/>
          <pc:sldMk cId="2141701320" sldId="265"/>
        </pc:sldMkLst>
        <pc:spChg chg="add del mod">
          <ac:chgData name="amaya rajeesh" userId="7a40034702306134" providerId="LiveId" clId="{E5E48109-FA1F-46D9-BFA7-7D10805E79F7}" dt="2025-06-17T14:29:44.618" v="264"/>
          <ac:spMkLst>
            <pc:docMk/>
            <pc:sldMk cId="2141701320" sldId="265"/>
            <ac:spMk id="3" creationId="{4367E3E7-A2AD-A922-EBAB-97E9435B5BB0}"/>
          </ac:spMkLst>
        </pc:spChg>
        <pc:spChg chg="add mod">
          <ac:chgData name="amaya rajeesh" userId="7a40034702306134" providerId="LiveId" clId="{E5E48109-FA1F-46D9-BFA7-7D10805E79F7}" dt="2025-06-17T14:28:34.377" v="255"/>
          <ac:spMkLst>
            <pc:docMk/>
            <pc:sldMk cId="2141701320" sldId="265"/>
            <ac:spMk id="4" creationId="{5DF78100-2AE6-7508-1FB3-B4FB16A97912}"/>
          </ac:spMkLst>
        </pc:spChg>
        <pc:spChg chg="add">
          <ac:chgData name="amaya rajeesh" userId="7a40034702306134" providerId="LiveId" clId="{E5E48109-FA1F-46D9-BFA7-7D10805E79F7}" dt="2025-06-17T14:29:21.604" v="262"/>
          <ac:spMkLst>
            <pc:docMk/>
            <pc:sldMk cId="2141701320" sldId="265"/>
            <ac:spMk id="5" creationId="{2E1B1D00-A09A-00AE-D3C6-71C6B0C3C329}"/>
          </ac:spMkLst>
        </pc:spChg>
        <pc:spChg chg="add">
          <ac:chgData name="amaya rajeesh" userId="7a40034702306134" providerId="LiveId" clId="{E5E48109-FA1F-46D9-BFA7-7D10805E79F7}" dt="2025-06-17T14:29:27.358" v="263"/>
          <ac:spMkLst>
            <pc:docMk/>
            <pc:sldMk cId="2141701320" sldId="265"/>
            <ac:spMk id="6" creationId="{4B6DF2E6-3CB2-7B8C-9CDF-0ECA26C993C1}"/>
          </ac:spMkLst>
        </pc:spChg>
      </pc:sldChg>
      <pc:sldChg chg="addSp delSp modSp new del mod">
        <pc:chgData name="amaya rajeesh" userId="7a40034702306134" providerId="LiveId" clId="{E5E48109-FA1F-46D9-BFA7-7D10805E79F7}" dt="2025-06-17T14:43:06.090" v="570" actId="2696"/>
        <pc:sldMkLst>
          <pc:docMk/>
          <pc:sldMk cId="3182383914" sldId="266"/>
        </pc:sldMkLst>
        <pc:spChg chg="mod">
          <ac:chgData name="amaya rajeesh" userId="7a40034702306134" providerId="LiveId" clId="{E5E48109-FA1F-46D9-BFA7-7D10805E79F7}" dt="2025-06-17T14:42:12.671" v="420" actId="20577"/>
          <ac:spMkLst>
            <pc:docMk/>
            <pc:sldMk cId="3182383914" sldId="266"/>
            <ac:spMk id="2" creationId="{717E472A-E854-482E-AB35-D12B092547A8}"/>
          </ac:spMkLst>
        </pc:spChg>
        <pc:spChg chg="add del mod">
          <ac:chgData name="amaya rajeesh" userId="7a40034702306134" providerId="LiveId" clId="{E5E48109-FA1F-46D9-BFA7-7D10805E79F7}" dt="2025-06-17T14:42:21.881" v="569" actId="5793"/>
          <ac:spMkLst>
            <pc:docMk/>
            <pc:sldMk cId="3182383914" sldId="266"/>
            <ac:spMk id="3" creationId="{2A2FD68A-37FD-306D-01BF-D2CFCC489175}"/>
          </ac:spMkLst>
        </pc:spChg>
        <pc:spChg chg="add mod">
          <ac:chgData name="amaya rajeesh" userId="7a40034702306134" providerId="LiveId" clId="{E5E48109-FA1F-46D9-BFA7-7D10805E79F7}" dt="2025-06-17T14:32:59.983" v="284"/>
          <ac:spMkLst>
            <pc:docMk/>
            <pc:sldMk cId="3182383914" sldId="266"/>
            <ac:spMk id="4" creationId="{0A01046F-FFFD-01F5-0D17-871619E70ED5}"/>
          </ac:spMkLst>
        </pc:spChg>
        <pc:spChg chg="add mod">
          <ac:chgData name="amaya rajeesh" userId="7a40034702306134" providerId="LiveId" clId="{E5E48109-FA1F-46D9-BFA7-7D10805E79F7}" dt="2025-06-17T14:33:21.728" v="286"/>
          <ac:spMkLst>
            <pc:docMk/>
            <pc:sldMk cId="3182383914" sldId="266"/>
            <ac:spMk id="5" creationId="{8433B16E-3398-AAE1-2502-2E8F4CCE41EF}"/>
          </ac:spMkLst>
        </pc:spChg>
      </pc:sldChg>
      <pc:sldChg chg="modSp new mod">
        <pc:chgData name="amaya rajeesh" userId="7a40034702306134" providerId="LiveId" clId="{E5E48109-FA1F-46D9-BFA7-7D10805E79F7}" dt="2025-06-17T14:41:00.351" v="404" actId="5793"/>
        <pc:sldMkLst>
          <pc:docMk/>
          <pc:sldMk cId="3964360790" sldId="267"/>
        </pc:sldMkLst>
        <pc:spChg chg="mod">
          <ac:chgData name="amaya rajeesh" userId="7a40034702306134" providerId="LiveId" clId="{E5E48109-FA1F-46D9-BFA7-7D10805E79F7}" dt="2025-06-17T14:37:47.122" v="345" actId="2711"/>
          <ac:spMkLst>
            <pc:docMk/>
            <pc:sldMk cId="3964360790" sldId="267"/>
            <ac:spMk id="2" creationId="{038A5103-3927-0524-1BA8-D9901218C02A}"/>
          </ac:spMkLst>
        </pc:spChg>
        <pc:spChg chg="mod">
          <ac:chgData name="amaya rajeesh" userId="7a40034702306134" providerId="LiveId" clId="{E5E48109-FA1F-46D9-BFA7-7D10805E79F7}" dt="2025-06-17T14:41:00.351" v="404" actId="5793"/>
          <ac:spMkLst>
            <pc:docMk/>
            <pc:sldMk cId="3964360790" sldId="267"/>
            <ac:spMk id="3" creationId="{76809626-9DCC-26A8-42A9-0602526563DD}"/>
          </ac:spMkLst>
        </pc:spChg>
      </pc:sldChg>
      <pc:sldChg chg="modSp new mod">
        <pc:chgData name="amaya rajeesh" userId="7a40034702306134" providerId="LiveId" clId="{E5E48109-FA1F-46D9-BFA7-7D10805E79F7}" dt="2025-06-17T14:45:54.371" v="588" actId="2711"/>
        <pc:sldMkLst>
          <pc:docMk/>
          <pc:sldMk cId="3131536045" sldId="268"/>
        </pc:sldMkLst>
        <pc:spChg chg="mod">
          <ac:chgData name="amaya rajeesh" userId="7a40034702306134" providerId="LiveId" clId="{E5E48109-FA1F-46D9-BFA7-7D10805E79F7}" dt="2025-06-17T14:45:54.371" v="588" actId="2711"/>
          <ac:spMkLst>
            <pc:docMk/>
            <pc:sldMk cId="3131536045" sldId="268"/>
            <ac:spMk id="2" creationId="{B81F0A01-B599-BA18-C769-4BB468A14394}"/>
          </ac:spMkLst>
        </pc:spChg>
        <pc:spChg chg="mod">
          <ac:chgData name="amaya rajeesh" userId="7a40034702306134" providerId="LiveId" clId="{E5E48109-FA1F-46D9-BFA7-7D10805E79F7}" dt="2025-06-17T14:45:29.797" v="579"/>
          <ac:spMkLst>
            <pc:docMk/>
            <pc:sldMk cId="3131536045" sldId="268"/>
            <ac:spMk id="3" creationId="{2E240905-4D7C-0A58-36E7-AADDE4DAAB0D}"/>
          </ac:spMkLst>
        </pc:spChg>
      </pc:sldChg>
      <pc:sldChg chg="modSp new mod">
        <pc:chgData name="amaya rajeesh" userId="7a40034702306134" providerId="LiveId" clId="{E5E48109-FA1F-46D9-BFA7-7D10805E79F7}" dt="2025-06-17T14:47:19.123" v="605"/>
        <pc:sldMkLst>
          <pc:docMk/>
          <pc:sldMk cId="415316215" sldId="269"/>
        </pc:sldMkLst>
        <pc:spChg chg="mod">
          <ac:chgData name="amaya rajeesh" userId="7a40034702306134" providerId="LiveId" clId="{E5E48109-FA1F-46D9-BFA7-7D10805E79F7}" dt="2025-06-17T14:46:11.818" v="600" actId="2711"/>
          <ac:spMkLst>
            <pc:docMk/>
            <pc:sldMk cId="415316215" sldId="269"/>
            <ac:spMk id="2" creationId="{FB1CA430-F18E-9E03-0039-A1B92BEDFF06}"/>
          </ac:spMkLst>
        </pc:spChg>
        <pc:spChg chg="mod">
          <ac:chgData name="amaya rajeesh" userId="7a40034702306134" providerId="LiveId" clId="{E5E48109-FA1F-46D9-BFA7-7D10805E79F7}" dt="2025-06-17T14:47:19.123" v="605"/>
          <ac:spMkLst>
            <pc:docMk/>
            <pc:sldMk cId="415316215" sldId="269"/>
            <ac:spMk id="3" creationId="{F526DAD4-4BFC-680A-D525-4ECE43BE29A3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72C432-63A8-23AA-7187-EB56DC6957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AB50D4-BFFB-D7D5-C693-D94D1EEC8E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ED2A43-3FAC-2D5E-862F-C7A56801D1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80EA7-E96F-42E2-A3B2-A112CB8D357A}" type="datetimeFigureOut">
              <a:rPr lang="en-IN" smtClean="0"/>
              <a:t>17-06-2025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C98495-2506-8695-EAAF-7156B588F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52E97B-245B-A615-000D-32FC9EBDD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DE13E-A116-479C-A8CF-6D892FEE364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964980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AE899-7355-FAF9-05CD-9356B4078D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33B427-1A18-2E44-875A-F7923F20D9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06E25D-8503-D309-AE41-83233C1F49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80EA7-E96F-42E2-A3B2-A112CB8D357A}" type="datetimeFigureOut">
              <a:rPr lang="en-IN" smtClean="0"/>
              <a:t>17-06-2025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3CA4AF-8EC5-5EA5-2406-6B3755DF0C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936F0E-65C4-A378-4D49-3CAC67575E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DE13E-A116-479C-A8CF-6D892FEE364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491146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53A32F-76C1-B5C2-6D44-02FD21606E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331B11-C258-2888-F114-DDB7DC7790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D5C2D1-8008-549E-4876-CA46CDFE58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80EA7-E96F-42E2-A3B2-A112CB8D357A}" type="datetimeFigureOut">
              <a:rPr lang="en-IN" smtClean="0"/>
              <a:t>17-06-2025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D04ED0-2F3E-986E-43B6-169A269D91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DA4379-9F40-11A3-CB9A-4D5AE4EF9E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DE13E-A116-479C-A8CF-6D892FEE364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710789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AC66DB-6396-5B6C-0F82-BB8FE502AB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B58885-3A3D-27A7-D862-50F13E540B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9227C3-8D44-CC89-128A-56FAFCD09F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FCFD10-BD02-953B-A757-D649666FB3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80EA7-E96F-42E2-A3B2-A112CB8D357A}" type="datetimeFigureOut">
              <a:rPr lang="en-IN" smtClean="0"/>
              <a:t>17-06-2025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5884D9-4906-27F3-FE3F-33AF3A4FB9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8B22BB-6741-9771-7D47-0AFDEA6DE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DE13E-A116-479C-A8CF-6D892FEE364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536396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65E4C2-F232-37B8-D9E2-2DDA3FFF7D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D995B8-2F92-31FD-D1D0-CF6616190C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E224AD-0CB1-4E25-0898-F25EF8E33D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4E7A827-FC9E-B650-1654-3D0E799107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1E3DA2B-51C1-64CB-5703-DE701B8F6D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25DA67D-92EC-61C6-B99C-27887D0767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80EA7-E96F-42E2-A3B2-A112CB8D357A}" type="datetimeFigureOut">
              <a:rPr lang="en-IN" smtClean="0"/>
              <a:t>17-06-2025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540C4CE-6634-44E1-A23E-21B0594474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7204FC3-7185-7811-CF1E-15CCC67258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DE13E-A116-479C-A8CF-6D892FEE364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421598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F221A1-13A1-55ED-5703-7865FE11D6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C104B5-F696-9D9E-B5E3-4491DD069A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80EA7-E96F-42E2-A3B2-A112CB8D357A}" type="datetimeFigureOut">
              <a:rPr lang="en-IN" smtClean="0"/>
              <a:t>17-06-2025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20DF1A-84BD-DB64-B2EB-D1ABFA69D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AC7466-BE38-7EC5-997D-F178A1562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DE13E-A116-479C-A8CF-6D892FEE364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164488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E576B2E-C51A-3A99-99B1-44DB6D3595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80EA7-E96F-42E2-A3B2-A112CB8D357A}" type="datetimeFigureOut">
              <a:rPr lang="en-IN" smtClean="0"/>
              <a:t>17-06-2025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07228A-BF92-14D8-DAD4-42D61532A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F0B8DC-88C8-BE6D-BDC1-CA0B6AE7A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DE13E-A116-479C-A8CF-6D892FEE364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893683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C6E248-3BE7-340B-43F0-940B8079CF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F61409-BD45-42BE-8546-D279766453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052635-A7B9-00CB-3B1A-F61F8D70D0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C46F02-BA43-3D70-90EA-A824BB748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80EA7-E96F-42E2-A3B2-A112CB8D357A}" type="datetimeFigureOut">
              <a:rPr lang="en-IN" smtClean="0"/>
              <a:t>17-06-2025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DAEDBF-FD73-5DB9-2273-0AC007B241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6997D5-CF28-CE5F-A154-ED01F067C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DE13E-A116-479C-A8CF-6D892FEE364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004658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9485F4-8FC2-39B0-82C2-F91A564987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5B68BCA-6624-7758-8B30-E9876E34DE6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ACEA34-53A9-8C9E-283E-5F3BD1CD4D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068FE4-ECEB-617B-1616-3D16F85F66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80EA7-E96F-42E2-A3B2-A112CB8D357A}" type="datetimeFigureOut">
              <a:rPr lang="en-IN" smtClean="0"/>
              <a:t>17-06-2025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62BEAA-A8E6-B7DF-3A8B-B5318C61C2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E3A63D-18CF-0DC9-DA70-F6DEFDB03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DE13E-A116-479C-A8CF-6D892FEE364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620056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7F5293-7B61-BB31-0A36-21900F37E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DA3775-BCD3-F5E8-E2D2-35B6B5E8D7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E546F6-B41A-25CA-1DA2-C535DD92A3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80EA7-E96F-42E2-A3B2-A112CB8D357A}" type="datetimeFigureOut">
              <a:rPr lang="en-IN" smtClean="0"/>
              <a:t>17-06-2025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9472C9-AD46-2CA3-7B57-554929F914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6689C3-4D15-69F1-7FCB-6A1B3EB7C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DE13E-A116-479C-A8CF-6D892FEE364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620105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0FFF357-8E75-4E4F-5E2C-180B9D5225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C3FEDC-1E41-C3CA-5253-2032992613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CB8E2F-59B5-7180-A2B4-4C9E90AF47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80EA7-E96F-42E2-A3B2-A112CB8D357A}" type="datetimeFigureOut">
              <a:rPr lang="en-IN" smtClean="0"/>
              <a:t>17-06-2025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78EF1A-206B-DDCA-94C8-C91F5B2E2F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BE666B-7E31-3842-6273-077C75E10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DE13E-A116-479C-A8CF-6D892FEE364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569866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ED555D5-4361-3935-A1E7-8124B6096D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F8588C-5412-7C3D-C2AD-2FCC55828C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CA4A97-8534-8C5A-A3C8-C61D8A40E27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180EA7-E96F-42E2-A3B2-A112CB8D357A}" type="datetimeFigureOut">
              <a:rPr lang="en-IN" smtClean="0"/>
              <a:t>17-06-2025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696DC5-1E53-1216-66B4-DF4B96FB63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9524CF-6C2F-45AB-B200-A379D13FD2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6DE13E-A116-479C-A8CF-6D892FEE364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65514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BD6FB-1B5D-9084-644B-B47B1137872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>
                <a:latin typeface="Aharoni" panose="02010803020104030203" pitchFamily="2" charset="-79"/>
                <a:cs typeface="Aharoni" panose="02010803020104030203" pitchFamily="2" charset="-79"/>
              </a:rPr>
              <a:t>ENERGY CONSUMPTION PREDICTION OF HOME APPLIANCES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F44E14-FF26-FC82-F6ED-2B04F098D39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>
                <a:latin typeface="Aharoni" panose="02010803020104030203" pitchFamily="2" charset="-79"/>
                <a:cs typeface="Aharoni" panose="02010803020104030203" pitchFamily="2" charset="-79"/>
              </a:rPr>
              <a:t>DSML PROJECT </a:t>
            </a:r>
          </a:p>
        </p:txBody>
      </p:sp>
    </p:spTree>
    <p:extLst>
      <p:ext uri="{BB962C8B-B14F-4D97-AF65-F5344CB8AC3E}">
        <p14:creationId xmlns:p14="http://schemas.microsoft.com/office/powerpoint/2010/main" val="13582320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E38080-3306-3145-955A-147DD686F4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Aharoni" panose="02010803020104030203" pitchFamily="2" charset="-79"/>
                <a:cs typeface="Aharoni" panose="02010803020104030203" pitchFamily="2" charset="-79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04EC77-D599-A520-961C-DE676C7BE3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With the growing focus on energy efficiency and smart home automation, understanding how household appliances consume energy is more important than ever.</a:t>
            </a:r>
          </a:p>
          <a:p>
            <a:r>
              <a:rPr lang="en-US" dirty="0"/>
              <a:t>Traditional energy monitoring often lacks the granularity and intelligence needed for real-time decision-making. </a:t>
            </a:r>
          </a:p>
          <a:p>
            <a:r>
              <a:rPr lang="en-US" dirty="0"/>
              <a:t>This project leverages machine learning to </a:t>
            </a:r>
            <a:r>
              <a:rPr lang="en-US" b="1" dirty="0"/>
              <a:t>predict the energy consumption of home appliances</a:t>
            </a:r>
            <a:r>
              <a:rPr lang="en-US" dirty="0"/>
              <a:t> based on various </a:t>
            </a:r>
            <a:r>
              <a:rPr lang="en-US" b="1" dirty="0"/>
              <a:t>environmental and time-based features</a:t>
            </a:r>
            <a:r>
              <a:rPr lang="en-US" dirty="0"/>
              <a:t>.</a:t>
            </a:r>
          </a:p>
          <a:p>
            <a:r>
              <a:rPr lang="en-US" dirty="0"/>
              <a:t>The goal is to help homeowners and energy systems make smarter, data-driven decisions—ultimately leading to </a:t>
            </a:r>
            <a:r>
              <a:rPr lang="en-US" b="1" dirty="0"/>
              <a:t>reduced energy waste, optimized appliance usage, and lower electricity costs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555848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2354AC-0801-831D-7203-3DBC8F2C2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Aharoni" panose="02010803020104030203" pitchFamily="2" charset="-79"/>
                <a:cs typeface="Aharoni" panose="02010803020104030203" pitchFamily="2" charset="-79"/>
              </a:rPr>
              <a:t>AIM OF THE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06B3DE-C9E9-0B80-C6FF-4235BCFEB8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main aim of this project is to </a:t>
            </a:r>
            <a:r>
              <a:rPr lang="en-US" b="1" dirty="0"/>
              <a:t>predict the energy consumption of household appliances</a:t>
            </a:r>
            <a:r>
              <a:rPr lang="en-US" dirty="0"/>
              <a:t> using environmental conditions and time-based factors.</a:t>
            </a:r>
          </a:p>
          <a:p>
            <a:r>
              <a:rPr lang="en-US" dirty="0"/>
              <a:t>This can help smart homes manage power consumption efficiently, lower energy bills, and support sustainability.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674802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38F76-1CD2-61A6-6B37-1419073EA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Aharoni" panose="02010803020104030203" pitchFamily="2" charset="-79"/>
                <a:cs typeface="Aharoni" panose="02010803020104030203" pitchFamily="2" charset="-79"/>
              </a:rPr>
              <a:t>DATASET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FAEA05-4030-A022-A94D-BE30045AFC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dataset used for this project was taken from </a:t>
            </a:r>
            <a:r>
              <a:rPr lang="en-US" b="1" dirty="0"/>
              <a:t>UCI Machine Learning Repository.</a:t>
            </a:r>
            <a:br>
              <a:rPr lang="en-US" dirty="0"/>
            </a:br>
            <a:r>
              <a:rPr lang="en-US" dirty="0"/>
              <a:t>It contains </a:t>
            </a:r>
            <a:r>
              <a:rPr lang="en-US" b="1" dirty="0"/>
              <a:t>10,000+ </a:t>
            </a:r>
            <a:r>
              <a:rPr lang="en-US" dirty="0"/>
              <a:t>observations with 29 features including:</a:t>
            </a:r>
          </a:p>
          <a:p>
            <a:r>
              <a:rPr lang="en-US" dirty="0"/>
              <a:t>Temperature and humidity sensors from various rooms</a:t>
            </a:r>
          </a:p>
          <a:p>
            <a:r>
              <a:rPr lang="en-US" dirty="0"/>
              <a:t>External weather conditions</a:t>
            </a:r>
          </a:p>
          <a:p>
            <a:r>
              <a:rPr lang="en-US" dirty="0"/>
              <a:t>Lights usage</a:t>
            </a:r>
          </a:p>
          <a:p>
            <a:r>
              <a:rPr lang="en-US" dirty="0"/>
              <a:t>Date and time information</a:t>
            </a:r>
          </a:p>
          <a:p>
            <a:r>
              <a:rPr lang="en-US" dirty="0"/>
              <a:t>The target variable is: </a:t>
            </a:r>
            <a:r>
              <a:rPr lang="en-US" b="1" dirty="0"/>
              <a:t>Appliances Energy Consumption (in </a:t>
            </a:r>
            <a:r>
              <a:rPr lang="en-US" b="1" dirty="0" err="1"/>
              <a:t>Wh</a:t>
            </a:r>
            <a:r>
              <a:rPr lang="en-US" b="1" dirty="0"/>
              <a:t>)</a:t>
            </a:r>
            <a:r>
              <a:rPr lang="en-US" dirty="0"/>
              <a:t>."</a:t>
            </a:r>
          </a:p>
        </p:txBody>
      </p:sp>
    </p:spTree>
    <p:extLst>
      <p:ext uri="{BB962C8B-B14F-4D97-AF65-F5344CB8AC3E}">
        <p14:creationId xmlns:p14="http://schemas.microsoft.com/office/powerpoint/2010/main" val="18148037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0F4B13-C098-AFE7-34D8-8F96786BF0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Aharoni" panose="02010803020104030203" pitchFamily="2" charset="-79"/>
                <a:cs typeface="Aharoni" panose="02010803020104030203" pitchFamily="2" charset="-79"/>
              </a:rPr>
              <a:t>DATA PREPROCESSING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102394-C4D5-DAF2-A7CC-EF39CBA2D2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 I performed the following steps:</a:t>
            </a:r>
          </a:p>
          <a:p>
            <a:r>
              <a:rPr lang="en-US" dirty="0"/>
              <a:t>Data was converted to a </a:t>
            </a:r>
            <a:r>
              <a:rPr lang="en-US" dirty="0" err="1"/>
              <a:t>DataFrame</a:t>
            </a:r>
            <a:r>
              <a:rPr lang="en-US" dirty="0"/>
              <a:t> to enable easier manipulation, analysis, and integration</a:t>
            </a:r>
          </a:p>
          <a:p>
            <a:r>
              <a:rPr lang="en-IN" dirty="0"/>
              <a:t>Dropped unnecessary columns like “date” and “lights”.</a:t>
            </a:r>
          </a:p>
          <a:p>
            <a:r>
              <a:rPr lang="en-IN" dirty="0"/>
              <a:t> </a:t>
            </a:r>
            <a:r>
              <a:rPr lang="en-US" dirty="0"/>
              <a:t>Missing values were checked and handled.</a:t>
            </a:r>
          </a:p>
          <a:p>
            <a:r>
              <a:rPr lang="en-US" dirty="0"/>
              <a:t>Categorical encoding was not necessary as all features were numerical.</a:t>
            </a:r>
          </a:p>
          <a:p>
            <a:r>
              <a:rPr lang="en-US" dirty="0"/>
              <a:t>Outliers were detected using IQR and Z-score methods and treated through capping and transformation to improve model stability and accuracy.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856313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BD736-68CB-C1B7-1D0A-ADA9C582C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Aharoni" panose="02010803020104030203" pitchFamily="2" charset="-79"/>
                <a:cs typeface="Aharoni" panose="02010803020104030203" pitchFamily="2" charset="-79"/>
              </a:rPr>
              <a:t>FEATURE AND TARGET VARIABLE SPLITTING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2FA224-C938-DB30-A735-677FD2890F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dataset was split into features (X) and target variable (y= Appliances) to prepare for model training.</a:t>
            </a:r>
          </a:p>
          <a:p>
            <a:r>
              <a:rPr lang="en-US" dirty="0"/>
              <a:t>Skewness in the target and feature distributions was identified and addressed using </a:t>
            </a:r>
            <a:r>
              <a:rPr lang="en-US" dirty="0" err="1"/>
              <a:t>PowerTransformer</a:t>
            </a:r>
            <a:r>
              <a:rPr lang="en-US" dirty="0"/>
              <a:t> to enhance model accuracy and meet linearity assumptions.</a:t>
            </a:r>
          </a:p>
          <a:p>
            <a:r>
              <a:rPr lang="en-US" dirty="0" err="1"/>
              <a:t>PowerTransformer</a:t>
            </a:r>
            <a:r>
              <a:rPr lang="en-US"/>
              <a:t> was applied to normalize the skewed target distribution, resulting in a more Gaussian-like shape for improved model performance.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045875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F58337-5789-E060-86CE-964330A3C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Aharoni" panose="02010803020104030203" pitchFamily="2" charset="-79"/>
                <a:cs typeface="Aharoni" panose="02010803020104030203" pitchFamily="2" charset="-79"/>
              </a:rPr>
              <a:t>FEATURE SELECTION AND CORRELATION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FE4AF2-C94F-0A96-19D1-C3F1C59354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79976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Initial feature selection was done using </a:t>
            </a:r>
            <a:r>
              <a:rPr lang="en-US" b="1" dirty="0"/>
              <a:t>Pearson correlation</a:t>
            </a:r>
            <a:r>
              <a:rPr lang="en-US" dirty="0"/>
              <a:t> to identify strong relationships with the target variable.</a:t>
            </a:r>
          </a:p>
          <a:p>
            <a:r>
              <a:rPr lang="en-US" dirty="0"/>
              <a:t>Pearson correlation was used to measure the linear relationship between features and the target variable, ranging from -1 (negative) to +1 (positive).</a:t>
            </a:r>
          </a:p>
          <a:p>
            <a:r>
              <a:rPr lang="en-US" dirty="0"/>
              <a:t>A heatmap was plotted to visualize these correlations, helping to identify highly correlated and redundant features quickly.</a:t>
            </a:r>
          </a:p>
          <a:p>
            <a:r>
              <a:rPr lang="en-US" dirty="0"/>
              <a:t> To refine this further, the </a:t>
            </a:r>
            <a:r>
              <a:rPr lang="en-US" dirty="0" err="1"/>
              <a:t>SelectKBest</a:t>
            </a:r>
            <a:r>
              <a:rPr lang="en-US" dirty="0"/>
              <a:t> method with </a:t>
            </a:r>
            <a:r>
              <a:rPr lang="en-US" dirty="0" err="1"/>
              <a:t>f_regression</a:t>
            </a:r>
            <a:r>
              <a:rPr lang="en-US" dirty="0"/>
              <a:t> was applied to select the top-performing features based on statistical significance, thereby reducing dimensionality and enhancing model performance.</a:t>
            </a:r>
          </a:p>
          <a:p>
            <a:r>
              <a:rPr lang="en-US" b="1" dirty="0"/>
              <a:t>Feature scores </a:t>
            </a:r>
            <a:r>
              <a:rPr lang="en-US" dirty="0"/>
              <a:t>from </a:t>
            </a:r>
            <a:r>
              <a:rPr lang="en-US" dirty="0" err="1"/>
              <a:t>SelectKBest</a:t>
            </a:r>
            <a:r>
              <a:rPr lang="en-US" dirty="0"/>
              <a:t> quantified the relevance of each feature to the target variable, helping identify the top predictors based on statistical significance.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667720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49B15-F122-8F8B-798E-4100B4A6E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Aharoni" panose="02010803020104030203" pitchFamily="2" charset="-79"/>
                <a:cs typeface="Aharoni" panose="02010803020104030203" pitchFamily="2" charset="-79"/>
              </a:rPr>
              <a:t>MODEL TRAINING AND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18B9B5-B64E-BBF0-2BD4-EF0969DF53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The dataset was split into training and testing sets to evaluate model generalization. Four regression models were trained and compared:</a:t>
            </a:r>
          </a:p>
          <a:p>
            <a:r>
              <a:rPr lang="en-US" b="1" dirty="0"/>
              <a:t>Linear Regression</a:t>
            </a:r>
            <a:r>
              <a:rPr lang="en-US" dirty="0"/>
              <a:t>: A simple model that assumes a linear relationship between input features and the target variable.</a:t>
            </a:r>
          </a:p>
          <a:p>
            <a:r>
              <a:rPr lang="en-US" b="1" dirty="0"/>
              <a:t>Random Forest Regressor</a:t>
            </a:r>
            <a:r>
              <a:rPr lang="en-US" dirty="0"/>
              <a:t>: An ensemble of decision trees that improves prediction accuracy and reduces overfitting.</a:t>
            </a:r>
          </a:p>
          <a:p>
            <a:r>
              <a:rPr lang="en-US" b="1" dirty="0"/>
              <a:t>Gradient Boosting Regressor</a:t>
            </a:r>
            <a:r>
              <a:rPr lang="en-US" dirty="0"/>
              <a:t>: Builds trees sequentially to correct errors of previous ones, achieving high accuracy.</a:t>
            </a:r>
          </a:p>
          <a:p>
            <a:r>
              <a:rPr lang="en-US" b="1" dirty="0"/>
              <a:t>Support Vector Regressor (SVR)</a:t>
            </a:r>
            <a:r>
              <a:rPr lang="en-US" dirty="0"/>
              <a:t>: Uses a margin-based approach to fit the data, effective for complex and noisy datasets.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209895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F6A8D5-FE93-D845-64D9-CF1895A6C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Aharoni" panose="02010803020104030203" pitchFamily="2" charset="-79"/>
                <a:cs typeface="Aharoni" panose="02010803020104030203" pitchFamily="2" charset="-79"/>
              </a:rPr>
              <a:t>MODEL EVALUATION MATRICS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172A94-D783-1C95-B861-8BD741166B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R² Score (Coefficient of Determination):</a:t>
            </a:r>
            <a:r>
              <a:rPr lang="en-US" dirty="0"/>
              <a:t> Measures how well the model explains the variability of the target variable (ranges from 0 to 1; higher is better).</a:t>
            </a:r>
          </a:p>
          <a:p>
            <a:r>
              <a:rPr lang="en-US" b="1" dirty="0"/>
              <a:t>MAE (Mean Absolute Error):</a:t>
            </a:r>
            <a:r>
              <a:rPr lang="en-US" dirty="0"/>
              <a:t> The average of absolute differences between predicted and actual values — gives a sense of overall prediction error.</a:t>
            </a:r>
          </a:p>
          <a:p>
            <a:r>
              <a:rPr lang="en-US" b="1" dirty="0"/>
              <a:t>RMSE (Root Mean Squared Error):</a:t>
            </a:r>
            <a:r>
              <a:rPr lang="en-US" dirty="0"/>
              <a:t> The square root of the average squared errors — penalizes larger errors more than MAE, making it useful for detecting significant prediction issues.</a:t>
            </a:r>
          </a:p>
        </p:txBody>
      </p:sp>
    </p:spTree>
    <p:extLst>
      <p:ext uri="{BB962C8B-B14F-4D97-AF65-F5344CB8AC3E}">
        <p14:creationId xmlns:p14="http://schemas.microsoft.com/office/powerpoint/2010/main" val="454750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6DABDD-AEF4-36BF-2F93-4CB0719F1D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67E3E7-A2AD-A922-EBAB-97E9435B5B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Random Forest Regressor performed best</a:t>
            </a:r>
            <a:r>
              <a:rPr lang="en-US" dirty="0"/>
              <a:t> with the lowest error and highest R² (0.73).</a:t>
            </a:r>
          </a:p>
          <a:p>
            <a:r>
              <a:rPr lang="en-US" b="1" dirty="0"/>
              <a:t>Linear Regression and SVR showed poor performance</a:t>
            </a:r>
            <a:r>
              <a:rPr lang="en-US" dirty="0"/>
              <a:t>, indicating they can't capture the data’s complexity.</a:t>
            </a:r>
          </a:p>
          <a:p>
            <a:r>
              <a:rPr lang="en-US" b="1" dirty="0"/>
              <a:t>Gradient Boosting performed moderately well</a:t>
            </a:r>
            <a:r>
              <a:rPr lang="en-US" dirty="0"/>
              <a:t>, but needs tuning for better results.</a:t>
            </a:r>
          </a:p>
          <a:p>
            <a:r>
              <a:rPr lang="en-US" b="1" dirty="0"/>
              <a:t>SVR had the worst R² (~0),</a:t>
            </a:r>
            <a:r>
              <a:rPr lang="en-US" dirty="0"/>
              <a:t> making it unsuitable without major adjustments.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417013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A5103-3927-0524-1BA8-D9901218C0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Aharoni" panose="02010803020104030203" pitchFamily="2" charset="-79"/>
                <a:cs typeface="Aharoni" panose="02010803020104030203" pitchFamily="2" charset="-79"/>
              </a:rPr>
              <a:t>MACHINE LEARNING PIPELINE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809626-9DCC-26A8-42A9-0602526563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pipeline was created to automate preprocessing steps —</a:t>
            </a:r>
            <a:r>
              <a:rPr lang="en-US" b="1" dirty="0"/>
              <a:t>imputation, scaling, and model training </a:t>
            </a:r>
            <a:r>
              <a:rPr lang="en-US" dirty="0"/>
              <a:t>— ensuring clean, reproducible, and efficient workflows.</a:t>
            </a:r>
          </a:p>
          <a:p>
            <a:r>
              <a:rPr lang="en-IN" b="1" dirty="0"/>
              <a:t>Model Deployment</a:t>
            </a:r>
            <a:r>
              <a:rPr lang="en-IN" dirty="0"/>
              <a:t>: Saved the model using </a:t>
            </a:r>
            <a:r>
              <a:rPr lang="en-IN" b="1" dirty="0" err="1"/>
              <a:t>joblib</a:t>
            </a:r>
            <a:r>
              <a:rPr lang="en-IN" b="1" dirty="0"/>
              <a:t> </a:t>
            </a:r>
            <a:r>
              <a:rPr lang="en-IN" dirty="0"/>
              <a:t>for deployment purposes.</a:t>
            </a:r>
            <a:r>
              <a:rPr lang="en-US" dirty="0"/>
              <a:t> This allows the model to be reused or integrated into an app or dashboard without retraining.</a:t>
            </a:r>
          </a:p>
          <a:p>
            <a:pPr marL="0" indent="0">
              <a:buNone/>
            </a:pPr>
            <a:endParaRPr lang="en-IN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9643607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1F0A01-B599-BA18-C769-4BB468A14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Aharoni" panose="02010803020104030203" pitchFamily="2" charset="-79"/>
                <a:cs typeface="Aharoni" panose="02010803020104030203" pitchFamily="2" charset="-79"/>
              </a:rPr>
              <a:t>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240905-4D7C-0A58-36E7-AADDE4DAAB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Indoor temperature and humidity</a:t>
            </a:r>
            <a:r>
              <a:rPr lang="en-US" dirty="0"/>
              <a:t> (especially in kitchen and living areas) significantly influence appliance energy consumption.</a:t>
            </a:r>
          </a:p>
          <a:p>
            <a:r>
              <a:rPr lang="en-US" b="1" dirty="0"/>
              <a:t>External temperature and weather conditions</a:t>
            </a:r>
            <a:r>
              <a:rPr lang="en-US" dirty="0"/>
              <a:t> also impact indoor energy needs.</a:t>
            </a:r>
          </a:p>
          <a:p>
            <a:r>
              <a:rPr lang="en-US" b="1" dirty="0"/>
              <a:t>Random Forest emerged as the most accurate model</a:t>
            </a:r>
            <a:r>
              <a:rPr lang="en-US" dirty="0"/>
              <a:t>, making it ideal for real-world deployment in smart energy systems.</a:t>
            </a:r>
          </a:p>
          <a:p>
            <a:r>
              <a:rPr lang="en-US" b="1" dirty="0"/>
              <a:t>Outlier treatment and feature selection</a:t>
            </a:r>
            <a:r>
              <a:rPr lang="en-US" dirty="0"/>
              <a:t> greatly improved model performance and reliability.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315360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1CA430-F18E-9E03-0039-A1B92BEDF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Aharoni" panose="02010803020104030203" pitchFamily="2" charset="-79"/>
                <a:cs typeface="Aharoni" panose="02010803020104030203" pitchFamily="2" charset="-79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26DAD4-4BFC-680A-D525-4ECE43BE29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project successfully built a machine learning model to predict home appliance energy consumption using environmental and time-based features.</a:t>
            </a:r>
          </a:p>
          <a:p>
            <a:r>
              <a:rPr lang="en-US" dirty="0"/>
              <a:t>Through effective preprocessing, feature selection, and model evaluation, the </a:t>
            </a:r>
            <a:r>
              <a:rPr lang="en-US" b="1" dirty="0"/>
              <a:t>Random Forest Regressor</a:t>
            </a:r>
            <a:r>
              <a:rPr lang="en-US" dirty="0"/>
              <a:t> was identified as the best performer.</a:t>
            </a:r>
          </a:p>
          <a:p>
            <a:r>
              <a:rPr lang="en-US" dirty="0"/>
              <a:t>The insights gained can support </a:t>
            </a:r>
            <a:r>
              <a:rPr lang="en-US" b="1" dirty="0"/>
              <a:t>energy-saving decisions</a:t>
            </a:r>
            <a:r>
              <a:rPr lang="en-US" dirty="0"/>
              <a:t>, promote </a:t>
            </a:r>
            <a:r>
              <a:rPr lang="en-US" b="1" dirty="0"/>
              <a:t>smarter home automation</a:t>
            </a:r>
            <a:r>
              <a:rPr lang="en-US" dirty="0"/>
              <a:t>, and contribute to </a:t>
            </a:r>
            <a:r>
              <a:rPr lang="en-US" b="1" dirty="0"/>
              <a:t>sustainable energy use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53162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906</Words>
  <Application>Microsoft Office PowerPoint</Application>
  <PresentationFormat>Widescreen</PresentationFormat>
  <Paragraphs>60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Aharoni</vt:lpstr>
      <vt:lpstr>Arial</vt:lpstr>
      <vt:lpstr>Calibri</vt:lpstr>
      <vt:lpstr>Calibri Light</vt:lpstr>
      <vt:lpstr>Office Theme</vt:lpstr>
      <vt:lpstr>ENERGY CONSUMPTION PREDICTION OF HOME APPLIANCES</vt:lpstr>
      <vt:lpstr>INTRODUCTION</vt:lpstr>
      <vt:lpstr>AIM OF THE PROJECT</vt:lpstr>
      <vt:lpstr>DATASET SUMMARY</vt:lpstr>
      <vt:lpstr>DATA PREPROCESSING</vt:lpstr>
      <vt:lpstr>FEATURE AND TARGET VARIABLE SPLITTING</vt:lpstr>
      <vt:lpstr>FEATURE SELECTION AND CORRELATION ANALYSIS</vt:lpstr>
      <vt:lpstr>MODEL TRAINING AND TESTING</vt:lpstr>
      <vt:lpstr>MODEL EVALUATION MATRICS</vt:lpstr>
      <vt:lpstr>PowerPoint Presentation</vt:lpstr>
      <vt:lpstr>MACHINE LEARNING PIPELINE</vt:lpstr>
      <vt:lpstr>INSIGHTS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amaya rajeesh</dc:creator>
  <cp:lastModifiedBy>amaya rajeesh</cp:lastModifiedBy>
  <cp:revision>1</cp:revision>
  <dcterms:created xsi:type="dcterms:W3CDTF">2025-06-16T15:46:26Z</dcterms:created>
  <dcterms:modified xsi:type="dcterms:W3CDTF">2025-06-17T14:48:49Z</dcterms:modified>
</cp:coreProperties>
</file>